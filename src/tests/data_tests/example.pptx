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102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9971D0-827B-A308-A8BF-D188E7108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D6B9D49-771C-F393-FCA9-460D354D7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7AD67D-297C-A10F-ABA9-7C2D5B176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60F2-EBB2-4683-939A-483BC170FE02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805589-C7AE-1BE6-8959-72F9317F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064CE3-AE1E-3F55-F658-5C7F6CDC8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44B2-8A4B-45E8-8B99-214F1E4AC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0051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90E401-4627-3690-5F65-C1B33D87F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4DDF2C-F608-E082-E895-78030DCB0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7F5EAD-CE40-E761-96B3-715E33895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60F2-EBB2-4683-939A-483BC170FE02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DC4711-3BE9-BBDC-480B-D1DE579A3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B6871A-F456-3CAE-E8B3-4D406F48A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44B2-8A4B-45E8-8B99-214F1E4AC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3635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F29A26-2BF4-41B0-F64C-EA24B9C28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05342A-51BD-612F-F08D-789E5AFB2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F86A4E-B526-088C-B403-36D91074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60F2-EBB2-4683-939A-483BC170FE02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69EEE9-1683-D9BD-C2C2-D95C79953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36063F-38F5-F482-11E2-51E167049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44B2-8A4B-45E8-8B99-214F1E4AC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0429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5A3417-B39C-71B5-9222-DBA6F801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232C03-7E40-A767-DB5E-53D009325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181BC18-16D8-80BD-1042-D83518F2C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D178E1-5FE8-A2AD-DC3F-312378F72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60F2-EBB2-4683-939A-483BC170FE02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1A0A1C-F31A-6EA7-A4B8-7B85DCA9F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4B7317B-CF1D-0378-0901-30BCBF326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44B2-8A4B-45E8-8B99-214F1E4AC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4787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8661D8-5CB4-B6D8-E0E2-4E3552038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22D17A5-4ABC-5611-3B3C-358A84464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93D8991-6557-83E5-C1F7-6D529841E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5F56F2B-8298-9328-9FE5-D9B04CCFF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375F108-2B7A-47B9-9266-8B91123015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BC9E54D-0620-9EE9-F10C-33E7A46A1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60F2-EBB2-4683-939A-483BC170FE02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12CAE09-17DE-E5E9-3D9A-9D359273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F6A54C0-AB20-E2B0-3A40-899B7C732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44B2-8A4B-45E8-8B99-214F1E4AC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1269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6FC874-B74C-42A3-6197-29BB982DB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DEC3297-1C11-E24A-003E-0B08D3D75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60F2-EBB2-4683-939A-483BC170FE02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FEDABFC-7C86-935D-A414-B7A9BAE62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94E2D1F-0AE9-89A7-7262-C627A18D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44B2-8A4B-45E8-8B99-214F1E4AC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4862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594278D-B344-6280-1E11-60E451288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60F2-EBB2-4683-939A-483BC170FE02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6E353A0-01ED-C5A4-E94A-DCA76D523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602EC0-7C50-8D03-DB61-854E41F03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44B2-8A4B-45E8-8B99-214F1E4AC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890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9CD803-D525-FCB4-FBEF-2999309A5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35104C-72CB-F613-9E4D-FA2A2B63A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C71CE78-F71B-3776-31F4-D4CAE67F5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9E5BCF9-1851-2177-A82E-31D6D3038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60F2-EBB2-4683-939A-483BC170FE02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B58F28A-B189-AEF5-6D80-BB2A83DE4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6012CCA-B80E-A0E6-943B-4561E95C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44B2-8A4B-45E8-8B99-214F1E4AC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94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C733CB-DA65-5D08-DCD0-85821745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8CB9718-A3D5-4ACE-3F2E-B8B820FAF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F1D43E3-AF06-E9BC-F9F8-C163A8389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1915A8-3BCB-B0BA-93B5-DAEFD8E7E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60F2-EBB2-4683-939A-483BC170FE02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173BCB-445A-EBA4-EB19-3188A54F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84B827-4849-9E63-A8C7-102205F8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44B2-8A4B-45E8-8B99-214F1E4AC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6065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42DBD1-8D6E-8CDE-88F5-C0F012B0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496A14C-01B0-D8B2-47F6-FDB0658A4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F38B39-F9D7-0B2B-B777-0A196F07A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60F2-EBB2-4683-939A-483BC170FE02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EA229C-232C-022B-855D-81246824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68D888-7711-2AA3-8682-66B431CF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44B2-8A4B-45E8-8B99-214F1E4AC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9110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BF5A73E-C65A-EBDE-57F2-97CC1EC863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9277423-BDC8-8D0F-7917-2F51D3C2B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5E563B-C1C5-2080-35AC-B0E2EDB8D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60F2-EBB2-4683-939A-483BC170FE02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D39121-72C3-F17C-B1FE-B6AD85142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01ECB4-FC64-C2FF-9A8E-2F99D7494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44B2-8A4B-45E8-8B99-214F1E4AC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71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F1AE6C4-1A66-2E11-E02A-EB5E84C24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D14861-CC8A-FA67-43C0-4A60A15F6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16487B-83A7-E151-2897-38A5BE8A8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660F2-EBB2-4683-939A-483BC170FE02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89FB43-458A-BB26-BB3A-7E1E5DCEA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6C5887-11E0-45AE-30EF-DACA81BD1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F244B2-8A4B-45E8-8B99-214F1E4AC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5618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0CED1C-698C-4706-E3D6-0B6305FEBC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Test slide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23D3A1D-A92E-7062-5373-590E5D54C7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This is a dummy PPTX slide for loader testing.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48055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Grand écran</PresentationFormat>
  <Paragraphs>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Test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ayaa.chahid.alaoui@gmail.com</dc:creator>
  <cp:lastModifiedBy>ayaa.chahid.alaoui@gmail.com</cp:lastModifiedBy>
  <cp:revision>1</cp:revision>
  <dcterms:created xsi:type="dcterms:W3CDTF">2026-03-14T19:40:11Z</dcterms:created>
  <dcterms:modified xsi:type="dcterms:W3CDTF">2026-03-14T19:40:44Z</dcterms:modified>
</cp:coreProperties>
</file>